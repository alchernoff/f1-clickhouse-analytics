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проекта — F1 ClickHouse Analytics: локальная аналитическая платформа для данных Формулы 1. Идея проекта — взять исторический датасет и загружать его не одним большим импортом, а в режиме replay через Kafka. ClickHouse принимает поток, хранит raw-данные и мониторинговые события, dbt строит аналитические витрины, Grafana показывает технический мониторинг, а Superset — бизнес-дашборд.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цель — не просто загрузить датасет в ClickHouse, а показать полный инженерный контур: инфраструктура, потоковая загрузка, аналитическое моделирование, мониторинг, BI и воспроизводимый demo. По требованиям курса проект должен включать базу данных, сбор данных, визуализацию, пайплайны обработки и документацию. В текущей версии это закрыто через Docker Compose, Kafka, ClickHouse, dbt, Grafana и Superset.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я кратко объясняю роли технологий. Python отвечает за подготовку и публикацию событий. Kafka добавляет реалистичный асинхронный слой между источником и хранилищем. ClickHouse — основное аналитическое хранилище и Kafka consumer через Kafka Engine. dbt строит аналитические слои. Grafana и Superset закрывают два разных вида визуализации: техническую и бизнесовую. Docker Compose и CI делают проект воспроизводимым.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стала ближе к реальному сценарию. Источник — CSV-датасет, но события не вставляются напрямую в ClickHouse. Python producer читает исторические файлы батчами и публикует события в Kafka. ClickHouse через Kafka Engine читает соответствующие topic-и, а materialized views перекладывают данные в raw-таблицы. Дальше dbt строит DWH и marts, Grafana читает monitoring-таблицы, а Superset работает с marts.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ClickHouse я разделил данные на несколько слоев. RAW — это слой входящих данных, мониторинг — отдельный технический слой, DWH — очищенные факты и измерения, а marts — готовые таблицы для BI. После добавления Kafka raw стал еще более похожим на потоковый слой. Для защиты от повторов я использую ReplacingMergeTree в raw и логическую дедубликацию в dbt staging. Важно: ReplacingMergeTree — это eventual deduplication, поэтому dbt остается гарантией корректности аналитики.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добавлением Kafka мониторинг стал важнее. В Grafana я показываю количество загруженных строк, успешные и неуспешные batch-и, длительность и статус pipeline. Также в проект добавлены команды для проверки Kafka topics и состояния ClickHouse consumers. Dashboard описан как код и автоматически появляется после запуска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Superset отвечает уже на бизнесовые вопросы: топ пилотов и команд по очкам, развитие сезонов, пит-стопы, времена кругов. Он не смотрит напрямую в raw, а работает с marts. Для проверки проекта есть make demo — он собирает среду с нуля. А во время защиты удобно запускать make demo-show, который безопасно выводит текущие сервисы, количество строк и ключевые витрины.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итоге цель проекта достигнута: есть инфраструктура, потоковая загрузка через Kafka, ClickHouse-хранилище, dbt-модели, мониторинг, BI и reproducible demo. Самыми сложными частями были типы данных исторического датасета, права пользователя ClickHouse, импорт Superset dashboard и настройка Kafka-consumption в ClickHouse. Дальше я бы добавил Prometheus/exporters, оркестрацию через Airflow, schema registry и полноценные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" y="0"/>
            <a:ext cx="1199967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2033"/>
                </a:solidFill>
              </a:rPr>
              <a:t>F1 ClickHouse Analytics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04088" y="16276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Аналитика Формулы 1 в real-time-like режиме через Kafka и ClickHouse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233172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00300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DB"/>
                </a:solidFill>
              </a:rPr>
              <a:t>ClickHouse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23317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4003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Kafka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63240" y="233172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4003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8E"/>
                </a:solidFill>
              </a:rPr>
              <a:t>dbt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86200" y="23317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240030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DB"/>
                </a:solidFill>
              </a:rPr>
              <a:t>Grafana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83480" y="23317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EECEF"/>
          </a:solidFill>
          <a:ln w="12700">
            <a:solidFill>
              <a:srgbClr val="FE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40030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D5B"/>
                </a:solidFill>
              </a:rPr>
              <a:t>Superset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3232" y="4846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Курс: ClickHouse для инженеров и архитекторов БД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5166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Репозиторий: github.com/AlChernoff/f1-clickhouse-analytics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98080" y="777240"/>
            <a:ext cx="3977640" cy="4434840"/>
          </a:xfrm>
          <a:prstGeom prst="roundRect">
            <a:avLst>
              <a:gd name="adj" fmla="val 275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1430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1225296"/>
            <a:ext cx="960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CSV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9154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6FDB"/>
                </a:solidFill>
              </a:rPr>
              <a:t>→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281160" y="114300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1225296"/>
            <a:ext cx="1508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Producer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275320" y="2148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231136"/>
            <a:ext cx="1920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</a:rPr>
              <a:t>Kafka topics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7863840" y="315468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ClickHouse RAW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7863840" y="425196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4334256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dbt marts → BI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138160" y="5303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real-time-like replay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было получиться в финальном MVP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54864" cy="123444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2646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Цель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783080"/>
            <a:ext cx="33375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Построить воспроизводимый pipeline для real-time-like аналитики F1 на базе ClickHouse.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34840" y="1280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28016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42646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Данные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1783080"/>
            <a:ext cx="3108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Загрузить F1 CSV dataset: справочники напрямую, события через Kafka replay.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280160"/>
            <a:ext cx="54864" cy="12344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42646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Аналитика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47888" y="1783080"/>
            <a:ext cx="3108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Построить dbt DWH/marts и BI-дашборд для пилотов, команд, кругов и пит-стопов.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12648" y="3063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</a:rPr>
              <a:t>Ключевые требования курса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Инфраструктура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788920" y="3584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Docker Compose поднимает ClickHouse, Kafka, Grafana, Superset, loader и dbt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133088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Пайплайны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2788920" y="41970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Python producer публикует события в Kafka; ClickHouse Kafka Engine потребляет поток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745736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Визуализация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788920" y="4809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Grafana для мониторинга pipeline, Superset для бизнес-аналитики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358384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Документация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2788920" y="54223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README, runbook, demo script, troubleshooting, CI и артефакты dashboards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и роли компонентов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именно такой стек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54864" cy="100584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2646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Python + uv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Чтение CSV, нормализация, Kafka producer, monitoring writes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419856" y="1280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28016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42646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Apache Kafka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21024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Асинхронный буфер событий и имитация near real-time ingestion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" cy="10058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2646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ClickHouse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RAW/DWH/MARTS, Kafka Engine, Materialized Views, быстрые запросы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070848" y="1280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0848" y="1280160"/>
            <a:ext cx="54864" cy="100584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142646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dbt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72016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staging, DWH, marts, tests и логическая дедубликация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542032"/>
            <a:ext cx="54864" cy="1005840"/>
          </a:xfrm>
          <a:prstGeom prst="rect">
            <a:avLst/>
          </a:prstGeom>
          <a:solidFill>
            <a:srgbClr val="E84D5B"/>
          </a:solidFill>
          <a:ln w="12700">
            <a:solidFill>
              <a:srgbClr val="E84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26883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Grafana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Технический мониторинг batch-ей, ошибок и throughput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3419856" y="254203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9856" y="2542032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26883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Superset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21024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BI-дашборд для аналитики пилотов, команд и сезонов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245352" y="254203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2542032"/>
            <a:ext cx="54864" cy="10058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6883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Docker Compose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46520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Воспроизводимый локальный стенд одной командой make demo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070848" y="254203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70848" y="2542032"/>
            <a:ext cx="54864" cy="100584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72016" y="26883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CI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72016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lint, unit tests, dbt checks и preflight через GitHub Actions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4498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3"/>
                </a:solidFill>
              </a:rPr>
              <a:t>Итог: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45920" y="448056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проект показывает не только ClickHouse-запросы, а полный production-like data pipeline: ingestion → storage → transformations → observability → BI.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replay превращается в поток событий и аналитические витрины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11096"/>
            <a:ext cx="1143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F1 CSV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187452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240280" y="182880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911096"/>
            <a:ext cx="1600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Python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producer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005072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911096"/>
            <a:ext cx="1325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</a:rPr>
              <a:t>Kafka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</a:rPr>
              <a:t>topics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870448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11096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Kafka Engine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+ MVs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45820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851392" y="1828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1911096"/>
            <a:ext cx="1325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RAW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1028700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652760" y="18288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0" y="1911096"/>
            <a:ext cx="868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dbt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772400" y="3108960"/>
            <a:ext cx="1325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3191256"/>
            <a:ext cx="12344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DWH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91440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→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28048" y="3108960"/>
            <a:ext cx="1325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3768" y="3191256"/>
            <a:ext cx="12344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2033"/>
                </a:solidFill>
              </a:rPr>
              <a:t>MARTS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3108960" y="42976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EECEF"/>
          </a:solidFill>
          <a:ln w="12700">
            <a:solidFill>
              <a:srgbClr val="FE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4379976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84D5B"/>
                </a:solidFill>
              </a:rPr>
              <a:t>Grafana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E84D5B"/>
                </a:solidFill>
              </a:rPr>
              <a:t>monitoring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223760" y="42976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4379976"/>
            <a:ext cx="1737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</a:rPr>
              <a:t>Superset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</a:rPr>
              <a:t>BI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097280" y="53949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Справочники загружаются напрямую в RAW; событийные таблицы проходят через Kafka.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ClickHouse: слои данных и дедубликация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хранит поток, dbt гарантирует чистую аналитику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88720"/>
            <a:ext cx="54864" cy="1143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33502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RAW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691640"/>
            <a:ext cx="2286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ReplacingMergeTree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business keys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append-friendly слой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188720"/>
            <a:ext cx="54864" cy="1143000"/>
          </a:xfrm>
          <a:prstGeom prst="rect">
            <a:avLst/>
          </a:prstGeom>
          <a:solidFill>
            <a:srgbClr val="E84D5B"/>
          </a:solidFill>
          <a:ln w="12700">
            <a:solidFill>
              <a:srgbClr val="E84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33502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Monitoring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8728" y="1691640"/>
            <a:ext cx="2286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load_batches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pipeline_status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loader_stats_1m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188720"/>
            <a:ext cx="54864" cy="1143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33502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DWH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81928" y="1691640"/>
            <a:ext cx="2286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staging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dim_*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fact_*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823960" y="1188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118872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1335024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Marts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25128" y="1691640"/>
            <a:ext cx="2286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driver performance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constructor performance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pit stop efficiency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85800" y="3063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</a:rPr>
              <a:t>Дедубликация устроена в два уровня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356616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648456"/>
            <a:ext cx="15087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Storage-level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606040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ReplacingMergeTree(loaded_at)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363931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ClickHouse может схлопывать версии по business key во время merge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88536"/>
            <a:ext cx="15087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Logical-level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260604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dbt staging row_number()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427939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аналитические витрины гарантированно строятся без дублей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4846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928616"/>
            <a:ext cx="15087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</a:rPr>
              <a:t>BI contract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2606040" y="4919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Superset → marts only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0" y="491947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дашборды не читают raw напрямую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ingestion и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Потоковая часть проекта теперь видна в Grafana</a:t>
            </a:r>
            <a:endParaRPr lang="en-US" sz="1100" dirty="0"/>
          </a:p>
        </p:txBody>
      </p:sp>
      <p:pic>
        <p:nvPicPr>
          <p:cNvPr id="6" name="Image 0" descr="/mnt/data/grafana-monitoring.png">    </p:cNvPr>
          <p:cNvPicPr>
            <a:picLocks noChangeAspect="1"/>
          </p:cNvPicPr>
          <p:nvPr/>
        </p:nvPicPr>
        <p:blipFill>
          <a:blip r:embed="rId1"/>
          <a:srcRect l="16394" r="16394" t="0" b="0"/>
          <a:stretch/>
        </p:blipFill>
        <p:spPr>
          <a:xfrm>
            <a:off x="594360" y="1234440"/>
            <a:ext cx="662940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23444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43800" y="1234440"/>
            <a:ext cx="54864" cy="1005840"/>
          </a:xfrm>
          <a:prstGeom prst="rect">
            <a:avLst/>
          </a:prstGeom>
          <a:solidFill>
            <a:srgbClr val="E84D5B"/>
          </a:solidFill>
          <a:ln w="12700">
            <a:solidFill>
              <a:srgbClr val="E84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4968" y="138074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Что мониторим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44968" y="1737360"/>
            <a:ext cx="3383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rows loaded, failed batches, avg duration, pipeline status, producer duration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543800" y="246888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43800" y="246888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44968" y="261518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Kafka checks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44968" y="2971800"/>
            <a:ext cx="3383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make kafka-topics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make kafka-consumers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ClickHouse consumer state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543800" y="3794760"/>
            <a:ext cx="3703320" cy="11430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26680" y="3959352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demo-show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kafka-topics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" y="5257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Grafana datasource и dashboard provisioned as code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dashboard и demo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Superset читает готовые marts, а make demo собирает стенд с нуля</a:t>
            </a:r>
            <a:endParaRPr lang="en-US" sz="1100" dirty="0"/>
          </a:p>
        </p:txBody>
      </p:sp>
      <p:pic>
        <p:nvPicPr>
          <p:cNvPr id="6" name="Image 0" descr="/mnt/data/superset-dashboard.png">    </p:cNvPr>
          <p:cNvPicPr>
            <a:picLocks noChangeAspect="1"/>
          </p:cNvPicPr>
          <p:nvPr/>
        </p:nvPicPr>
        <p:blipFill>
          <a:blip r:embed="rId1"/>
          <a:srcRect l="15117" r="15117" t="0" b="0"/>
          <a:stretch/>
        </p:blipFill>
        <p:spPr>
          <a:xfrm>
            <a:off x="594360" y="1234440"/>
            <a:ext cx="66294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23444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43800" y="123444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4968" y="138074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Superset marts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44968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driver performance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constructor performance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lap time / pit stop analysis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43800" y="2377440"/>
            <a:ext cx="54864" cy="9144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44968" y="252374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Demo command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44968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make demo: reset → load → Kafka → dbt → dashboards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543800" y="352044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43800" y="3520440"/>
            <a:ext cx="54864" cy="9144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44968" y="366674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Show command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44968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make demo-show: красивый терминальный отчет без изменения данных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7635240" y="47548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</a:rPr>
              <a:t>На защите лучше заранее выполнить make demo, а в live-режиме показать make demo-show и dashboards.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развитие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закрывает MVP и оставляет понятный roadmap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88720"/>
            <a:ext cx="54864" cy="114300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3502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Что получилось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691640"/>
            <a:ext cx="3108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Kafka-backed ingestion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ClickHouse RAW/DWH/MARTS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Grafana + Superset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make demo + CI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18872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33502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Сложности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1691640"/>
            <a:ext cx="3108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типы исторических дат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права ClickHouse users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Superset import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ClickHouse Kafka consumers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092440" y="118872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188720"/>
            <a:ext cx="54864" cy="1143000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33502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Польза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93608" y="1691640"/>
            <a:ext cx="26974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полный data pipeline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практика ClickHouse engines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IaC и demo-runbook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713232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</a:rPr>
              <a:t>Что можно улучшить дальше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3566160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48456"/>
            <a:ext cx="2148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Prometheus / exporters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3246120" y="363931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инфраструктурные метрики ClickHouse, Kafka и контейнеров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42816"/>
            <a:ext cx="2148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Airflow / orchestration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246120" y="42336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расписание задач и управление зависимостями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754880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37176"/>
            <a:ext cx="2148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A6FDB"/>
                </a:solidFill>
              </a:rPr>
              <a:t>Schema Registry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3246120" y="482803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контракты событий Kafka и эволюция схем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5349240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31536"/>
            <a:ext cx="2148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A88E"/>
                </a:solidFill>
              </a:rPr>
              <a:t>Alerts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3246120" y="542239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уведомления по падению consumers и failed batches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2033"/>
                </a:solidFill>
              </a:rPr>
              <a:t>Итог: проект стал ближе к production-like аналитической платформе, но остался воспроизводимым локально.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ClickHouse Analytics · защита проекта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84280" y="64465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ClickHouse Analytics</dc:title>
  <dc:subject>F1 ClickHouse Analytics project defense</dc:subject>
  <dc:creator>OpenAI</dc:creator>
  <cp:lastModifiedBy>OpenAI</cp:lastModifiedBy>
  <cp:revision>1</cp:revision>
  <dcterms:created xsi:type="dcterms:W3CDTF">2026-07-21T11:54:23Z</dcterms:created>
  <dcterms:modified xsi:type="dcterms:W3CDTF">2026-07-21T11:54:23Z</dcterms:modified>
</cp:coreProperties>
</file>